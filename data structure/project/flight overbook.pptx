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03-Dec-19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03-Dec-19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03-Dec-19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03-Dec-19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3667-F062-4806-AFC8-58AABACB73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dirty="0"/>
              <a:t>Welcome to our </a:t>
            </a:r>
            <a:r>
              <a:rPr lang="en-US" sz="9600" dirty="0" err="1"/>
              <a:t>presentaion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39619-7922-49D8-BCC9-B9965C113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07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3057-E825-4688-9F20-6DD1CDF84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0B9B0-EC41-4DE5-BB3D-60FB8838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Imam Hossain Sajeeb-	   2018-1-60-173</a:t>
            </a:r>
          </a:p>
          <a:p>
            <a:r>
              <a:rPr lang="en-US" dirty="0" err="1"/>
              <a:t>Didarul</a:t>
            </a:r>
            <a:r>
              <a:rPr lang="en-US" dirty="0"/>
              <a:t> Islam-		   2016-2-60-080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1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6D05-5E38-49FA-B19F-1DFD27CB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Flight Overbooked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1EB2-BA78-43A0-B43B-9C530BE94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882024"/>
            <a:ext cx="10178322" cy="3593591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The Purpose of the Project</a:t>
            </a:r>
          </a:p>
          <a:p>
            <a:r>
              <a:rPr lang="en-US" dirty="0"/>
              <a:t>Description</a:t>
            </a:r>
          </a:p>
          <a:p>
            <a:r>
              <a:rPr lang="en-US" dirty="0"/>
              <a:t>Future Work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D3149-C186-4A93-B2DB-AD3AB9FB46A2}"/>
              </a:ext>
            </a:extLst>
          </p:cNvPr>
          <p:cNvSpPr txBox="1"/>
          <p:nvPr/>
        </p:nvSpPr>
        <p:spPr>
          <a:xfrm>
            <a:off x="1251678" y="1778000"/>
            <a:ext cx="20291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Overview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448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4410EA-22F7-4387-B0A4-FD636FDA2F65}"/>
              </a:ext>
            </a:extLst>
          </p:cNvPr>
          <p:cNvSpPr txBox="1"/>
          <p:nvPr/>
        </p:nvSpPr>
        <p:spPr>
          <a:xfrm>
            <a:off x="2057400" y="1447800"/>
            <a:ext cx="2372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Introduction: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810D7-9EA3-4E47-8CA1-810776EC2C97}"/>
              </a:ext>
            </a:extLst>
          </p:cNvPr>
          <p:cNvSpPr txBox="1"/>
          <p:nvPr/>
        </p:nvSpPr>
        <p:spPr>
          <a:xfrm>
            <a:off x="2057400" y="2578100"/>
            <a:ext cx="450527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Helpful for airline.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Maintaining priority.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we can inform them earlier.</a:t>
            </a:r>
          </a:p>
          <a:p>
            <a:endParaRPr lang="en-US" dirty="0"/>
          </a:p>
          <a:p>
            <a:r>
              <a:rPr lang="en-US" dirty="0"/>
              <a:t>Airline has following system: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Input passenger details.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Data of booked passenger.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Give them a priority base on their details.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Collect data for long time use.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dirty="0"/>
              <a:t>Give output of waiting list for all passenger.</a:t>
            </a:r>
          </a:p>
          <a:p>
            <a:r>
              <a:rPr lang="en-US" dirty="0"/>
              <a:t> 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408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9B8C-FB0B-4819-8C9D-60EB409D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Purpose of the Project: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CEAD9-DF15-49CE-8D25-237CFD460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flight is overbooked, the airline must figure out then which passengers aren't going to make it on board.</a:t>
            </a:r>
          </a:p>
          <a:p>
            <a:r>
              <a:rPr lang="en-US" dirty="0"/>
              <a:t>we are going to give them the position of the flight</a:t>
            </a:r>
          </a:p>
        </p:txBody>
      </p:sp>
    </p:spTree>
    <p:extLst>
      <p:ext uri="{BB962C8B-B14F-4D97-AF65-F5344CB8AC3E}">
        <p14:creationId xmlns:p14="http://schemas.microsoft.com/office/powerpoint/2010/main" val="128689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76713-A5D9-4DA4-B989-396165A5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Description: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31B4D-3586-468E-9473-67EF69BE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36700"/>
            <a:ext cx="10178322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are taking many parameters from the customer like how many mileages he travelled from this travel agency, how many years he is been a member of this agency, and his position of the queue.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sz="2400" dirty="0"/>
              <a:t>Function details</a:t>
            </a:r>
            <a:r>
              <a:rPr lang="en-US" dirty="0"/>
              <a:t>: </a:t>
            </a:r>
          </a:p>
          <a:p>
            <a:r>
              <a:rPr lang="en-US" dirty="0" err="1"/>
              <a:t>calc_prior</a:t>
            </a:r>
            <a:r>
              <a:rPr lang="en-US" dirty="0"/>
              <a:t>(): It will take the parameter of the last sequence number and calculate the</a:t>
            </a:r>
          </a:p>
          <a:p>
            <a:r>
              <a:rPr lang="en-US" dirty="0"/>
              <a:t>priority using this equation " priority=(mileage/1000) +years-sequence; ".</a:t>
            </a:r>
          </a:p>
          <a:p>
            <a:r>
              <a:rPr lang="en-US" dirty="0" err="1"/>
              <a:t>heap_up</a:t>
            </a:r>
            <a:r>
              <a:rPr lang="en-US" dirty="0"/>
              <a:t>(): It will take the parameter of the sequence number minus one and divide the</a:t>
            </a:r>
          </a:p>
          <a:p>
            <a:r>
              <a:rPr lang="en-US" dirty="0"/>
              <a:t>parameter by two and check the priority number of the two index. If last value is</a:t>
            </a:r>
          </a:p>
          <a:p>
            <a:r>
              <a:rPr lang="en-US" dirty="0"/>
              <a:t>greater than the middle then swap the values. And do this operation recursively until the parameter is less than one.</a:t>
            </a:r>
          </a:p>
          <a:p>
            <a:r>
              <a:rPr lang="en-US" dirty="0" err="1"/>
              <a:t>heap_down</a:t>
            </a:r>
            <a:r>
              <a:rPr lang="en-US" dirty="0"/>
              <a:t>(): This operation executes for the whole vector list.</a:t>
            </a:r>
          </a:p>
          <a:p>
            <a:r>
              <a:rPr lang="en-US" dirty="0" err="1"/>
              <a:t>final_list</a:t>
            </a:r>
            <a:r>
              <a:rPr lang="en-US" dirty="0"/>
              <a:t>(): It will take the size of the vector list then show list with the priority.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9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E4A4F4-29B5-4ACD-8DF2-54C5FD5E7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342900"/>
            <a:ext cx="6832600" cy="6172200"/>
          </a:xfrm>
        </p:spPr>
      </p:pic>
    </p:spTree>
    <p:extLst>
      <p:ext uri="{BB962C8B-B14F-4D97-AF65-F5344CB8AC3E}">
        <p14:creationId xmlns:p14="http://schemas.microsoft.com/office/powerpoint/2010/main" val="135945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D04B-6573-40E2-A480-3B0A660A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</a:t>
            </a:r>
            <a:r>
              <a:rPr lang="en-US" dirty="0"/>
              <a:t> </a:t>
            </a:r>
            <a:r>
              <a:rPr lang="en-US" b="1" dirty="0"/>
              <a:t>work: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62766-E9C6-40F9-B3C1-D1D169FC8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recalculate the whole data for the priority list. </a:t>
            </a:r>
          </a:p>
          <a:p>
            <a:r>
              <a:rPr lang="en-US" dirty="0"/>
              <a:t>Avoiding the recalculation and it will able to take one record.</a:t>
            </a:r>
          </a:p>
        </p:txBody>
      </p:sp>
    </p:spTree>
    <p:extLst>
      <p:ext uri="{BB962C8B-B14F-4D97-AF65-F5344CB8AC3E}">
        <p14:creationId xmlns:p14="http://schemas.microsoft.com/office/powerpoint/2010/main" val="4276776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74461-1CDF-4CD7-B6E5-ACCAD232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AF8A6-4187-4B28-93AA-7878D11EE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Priority list which can satisfy each and everyone. </a:t>
            </a:r>
          </a:p>
          <a:p>
            <a:r>
              <a:rPr lang="en-US" dirty="0"/>
              <a:t>This list will help the customer to make proper decision and hope it would make their travel easy.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1801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47</TotalTime>
  <Words>349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Gill Sans MT</vt:lpstr>
      <vt:lpstr>Impact</vt:lpstr>
      <vt:lpstr>Wingdings</vt:lpstr>
      <vt:lpstr>Badge</vt:lpstr>
      <vt:lpstr>Welcome to our presentaion</vt:lpstr>
      <vt:lpstr>Group Member:</vt:lpstr>
      <vt:lpstr>Resolving Flight Overbooked</vt:lpstr>
      <vt:lpstr>PowerPoint Presentation</vt:lpstr>
      <vt:lpstr>The Purpose of the Project: </vt:lpstr>
      <vt:lpstr>Description:</vt:lpstr>
      <vt:lpstr>PowerPoint Presentation</vt:lpstr>
      <vt:lpstr>Future work: </vt:lpstr>
      <vt:lpstr>Conclusion: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our presentaion</dc:title>
  <dc:creator>imam sajeeb</dc:creator>
  <cp:lastModifiedBy>imam sajeeb</cp:lastModifiedBy>
  <cp:revision>4</cp:revision>
  <dcterms:created xsi:type="dcterms:W3CDTF">2019-12-03T16:42:55Z</dcterms:created>
  <dcterms:modified xsi:type="dcterms:W3CDTF">2019-12-03T18:21:34Z</dcterms:modified>
</cp:coreProperties>
</file>